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8719-138C-4075-B174-732ADB4D3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D98C9-75E7-4CAD-840B-0A637A35D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BF7D3-9B66-4664-A68B-031A95EDB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DC570-B44E-463C-99DF-3FF7616B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2131B-3C6B-4469-B3EE-E52452CF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0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729D-DA53-4378-A7A5-08DE04D0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B7FF1-2033-447A-B21A-7112520E3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54AE-1811-4A6C-B88B-F64D8BE8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B4734-E52E-4543-9ABE-0BD837CA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03FD-39A0-41A6-B191-27B6A662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24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11E0-2967-4E6A-87F6-E16F5779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B8734-B31F-4642-AF3A-BFCC09D5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08131-1FF5-4B01-9EB7-069F8BFD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2334E-F5C5-446E-B84D-D1283696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C5BA-A3F6-4C2C-A963-F1DE38A9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5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6FD2-2E80-4BAF-832F-10092445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A500F-2949-4F65-B7BB-8EA9A74D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C28-E15E-4494-B444-BFCCC4053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43498-824A-4760-8B15-940F5D6E7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7B0C7-CAC4-4100-9950-0E03DB97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86598-CFE0-4E3B-BBCF-0E59CB58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2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23DDE-7EA4-48BD-8C4D-9411540C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7E2F1-F3BA-4BBA-ACEA-F8A9E33E8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E875E-9633-45DA-83CC-4011E4410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01DEE-5A91-40C1-A1F4-A0DDD0936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EF58D-6E13-4D8F-8010-8B683D0A2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9E3B9-CA0D-4445-AC7B-0025D4F2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A8F90-BD3A-471D-BE8E-27415530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86276-C1BD-47EF-911C-FC4F78CA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2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4AF9-C207-48EB-BCF8-94CBA844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717DB7-8A4F-4360-BADF-1BF8024C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71A1E-1FB0-4D41-BDA6-2D8E7ABB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F254A-D7CC-45BB-B86F-94A6CA75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3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81C5E-1964-4C94-BB19-A789F9C4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CE02B-1C65-4C4B-B517-71E854D6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134D5-1C21-4DC3-AD20-21D1A2CD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8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0FAF-8F04-4A18-B225-4F9AFBEA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46A34-FC11-4488-ACFE-6E6C44C2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52A7B-1680-4469-A49B-258AB867E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40681-0CDE-45AE-A62D-DB0BE783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03C50-15B2-4DD1-987B-FA83C56A3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195C7-8040-445D-A596-771BC4BA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4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19F3-D401-4EAA-82F5-5AC9BC7E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89C3D-38B2-4A8E-B19F-4049742AA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3DF8D-7405-43C8-88A4-0BA7986FB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3FE8F-D3EC-474A-89C8-11DDC5B1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4D5D0-B21A-4281-B13B-D2AD7F50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EA362-A4A7-47ED-BFE5-B7656196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5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5457-C9C8-48A2-918A-24D38A4F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60B61-6300-49FB-B3CE-E8AEDA34E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83A8E-42DF-42B4-BB64-47B75350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48D17-20DF-4D9B-BEF7-21945A63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6237B-821E-478A-B764-1CA43C80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5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CA936-6BAD-43D7-86F0-3268B8960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21F65-487D-4F5B-8D4B-0F4E71950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89F03-02B1-4ACC-931C-9C3053A4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9578-9D14-436F-9834-626D8373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B1E69-EB35-4D38-B33F-DFA9C324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93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709DE-3078-49AB-89BB-8542184E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E37B9-5189-4930-8EDC-B01DD46E7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27B64-603E-4549-B464-4ED0D56F2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05636-1473-4905-BC87-3DE4F4AC5452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3F372-E729-43D8-805E-D08764B11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40C9D-A627-41EC-B3EF-7AF24DAAD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69F4E-D0B3-46F8-87CF-D5504AFC5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0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9CAFDA-4000-4988-87D4-141F05881223}"/>
              </a:ext>
            </a:extLst>
          </p:cNvPr>
          <p:cNvSpPr txBox="1"/>
          <p:nvPr/>
        </p:nvSpPr>
        <p:spPr>
          <a:xfrm>
            <a:off x="508000" y="4064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Arial" panose="020B0604020202020204" pitchFamily="34" charset="0"/>
              </a:rPr>
              <a:t>Highlight any 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2F43E-8910-48BE-B7FA-48CC2FD4F578}"/>
              </a:ext>
            </a:extLst>
          </p:cNvPr>
          <p:cNvSpPr txBox="1"/>
          <p:nvPr/>
        </p:nvSpPr>
        <p:spPr>
          <a:xfrm>
            <a:off x="508000" y="17780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Arial" panose="020B0604020202020204" pitchFamily="34" charset="0"/>
              </a:rPr>
              <a:t>Buddy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1E3EE-E63F-40EA-80FA-69AA51BA9CFB}"/>
              </a:ext>
            </a:extLst>
          </p:cNvPr>
          <p:cNvSpPr txBox="1"/>
          <p:nvPr/>
        </p:nvSpPr>
        <p:spPr>
          <a:xfrm>
            <a:off x="508000" y="27940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Arial" panose="020B0604020202020204" pitchFamily="34" charset="0"/>
              </a:rPr>
              <a:t>Focus on one idea.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4806F-9FDA-4881-A2F1-A760C7D4D1EF}"/>
              </a:ext>
            </a:extLst>
          </p:cNvPr>
          <p:cNvSpPr txBox="1"/>
          <p:nvPr/>
        </p:nvSpPr>
        <p:spPr>
          <a:xfrm>
            <a:off x="508000" y="38100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Arial" panose="020B0604020202020204" pitchFamily="34" charset="0"/>
              </a:rPr>
              <a:t>price × quantity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DA746-FAAF-4B20-B485-7BDE93AB746E}"/>
              </a:ext>
            </a:extLst>
          </p:cNvPr>
          <p:cNvSpPr txBox="1"/>
          <p:nvPr/>
        </p:nvSpPr>
        <p:spPr>
          <a:xfrm>
            <a:off x="508000" y="48260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Arial" panose="020B0604020202020204" pitchFamily="34" charset="0"/>
              </a:rPr>
              <a:t>E = mc²</a:t>
            </a:r>
          </a:p>
        </p:txBody>
      </p:sp>
    </p:spTree>
    <p:extLst>
      <p:ext uri="{BB962C8B-B14F-4D97-AF65-F5344CB8AC3E}">
        <p14:creationId xmlns:p14="http://schemas.microsoft.com/office/powerpoint/2010/main" val="2122113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Zakaria El Labban (Student)</dc:creator>
  <cp:lastModifiedBy>Zakaria El Labban (Student)</cp:lastModifiedBy>
  <cp:revision>1</cp:revision>
  <dcterms:created xsi:type="dcterms:W3CDTF">2026-10-17T12:23:42Z</dcterms:created>
  <dcterms:modified xsi:type="dcterms:W3CDTF">2026-10-17T12:23:42Z</dcterms:modified>
</cp:coreProperties>
</file>