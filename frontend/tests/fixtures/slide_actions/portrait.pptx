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2D66B-E320-47AA-8985-21DB69EC5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496484"/>
            <a:ext cx="5143500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BB9217-AAE7-425C-8F5A-B0B08F306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9F581-5D4F-4A40-B96B-D1E3D7633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FD33-25FA-412C-A26D-74522CF7CD0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82485-7E10-4ACD-8BF7-953F968D6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90EBD-6C5A-475D-87F0-93F67F19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A2964-9F16-48D8-B5A4-BB1AC380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74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3E8B-5A0E-4096-936C-EA46F3B9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EF0CD-B9DF-4B40-99E1-8632A3733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FD529-FED6-4FFA-9C74-69849CB7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FD33-25FA-412C-A26D-74522CF7CD0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BE3DE-E881-4744-A7BF-DF1B414F5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A8465-D97A-4D5E-A32F-231D330E1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A2964-9F16-48D8-B5A4-BB1AC380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25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FFB01-1239-4B59-B630-BFE895D3D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7" y="2279653"/>
            <a:ext cx="5915025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BBDC8-45D2-439C-81EE-9AC1162C3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7" y="6119286"/>
            <a:ext cx="5915025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FB61F-87C3-42BD-B1AD-3BAEC24CE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FD33-25FA-412C-A26D-74522CF7CD0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665A5-4EFC-40EA-9A28-853A0E89D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D9435-42DB-41AB-900B-E382091BB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A2964-9F16-48D8-B5A4-BB1AC380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88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1FB65-D9E2-46A5-83B8-F2B416718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B579A-2CE8-4F1B-ABFD-D5F2C089E9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0E28A-E95B-4DA2-AA01-B0C0D2F45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55945-60E0-44B6-826E-5880B6F73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FD33-25FA-412C-A26D-74522CF7CD0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4F207-EBC9-4D35-A871-2484ABE1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AFD21-C3F6-49E9-845E-B5325E5E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A2964-9F16-48D8-B5A4-BB1AC380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347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98EAB-F310-4006-8B09-D0839D5E2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64ACB-FBAF-4C63-AA5E-688E9A2A9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DFCDE-F42B-4F1C-9772-2F149C47E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837A98-3896-4651-8E3E-D886CF5DB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4" y="2241551"/>
            <a:ext cx="291554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DCDF5F-85CD-478A-91D9-991AE080CB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4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606BBF-2903-4025-A5A5-D1466B900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FD33-25FA-412C-A26D-74522CF7CD0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764EC8-4A94-4261-8A42-8EC73808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BDE06F-3D02-4B5D-8E5F-1D5B93F8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A2964-9F16-48D8-B5A4-BB1AC380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4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2DB5A-007C-4A24-977B-6A14D0459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62843-8A15-481B-95B7-09E1F3BB7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FD33-25FA-412C-A26D-74522CF7CD0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17947-9410-4F96-B1AD-D9E016E17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600218-C961-42E8-A8D6-6DBFB9E79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A2964-9F16-48D8-B5A4-BB1AC380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42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029812-9EDF-45E7-99F6-7FDEC5F4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FD33-25FA-412C-A26D-74522CF7CD0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0DD945-ACE0-49FB-8546-274E1FB7D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551D1-D5A0-45FC-B9BB-AF2C003F0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A2964-9F16-48D8-B5A4-BB1AC380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8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7D922-49BE-4654-9D6A-B937EDE75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609600"/>
            <a:ext cx="221188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D5CDE-B7BC-4A7E-A6F5-86A7C361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4" y="1316569"/>
            <a:ext cx="3471863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FC110E-0D8F-4362-AECF-CFAFA57EA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2743200"/>
            <a:ext cx="221188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474B4-1CDF-4A36-ADEA-530F1EF7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FD33-25FA-412C-A26D-74522CF7CD0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4B887-4D82-40EC-AF79-80CE8F890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4CB2C-3656-440B-AA00-F9DA8C1EC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A2964-9F16-48D8-B5A4-BB1AC380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541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651CD-1DC4-48E2-BC44-9634DA2D4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609600"/>
            <a:ext cx="221188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6CF75A-D18D-47DC-8221-7E2794316E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4" y="1316569"/>
            <a:ext cx="3471863" cy="6498167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141563-7B83-4E87-8201-CF4D0E2DB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2743200"/>
            <a:ext cx="221188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2693E-FED0-4E84-83FC-860C8933A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FD33-25FA-412C-A26D-74522CF7CD0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301FE-4968-490B-8ACB-78238CAA2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28F6F-B346-4EB3-B01B-607535614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A2964-9F16-48D8-B5A4-BB1AC380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17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8E97E-FFD6-4944-A257-4E4056A9B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9D7C5-89B6-45BF-9E89-D20D41EEA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FA3BE-C1E4-41E5-A00A-A6DFD5D6F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FD33-25FA-412C-A26D-74522CF7CD0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836F0-7B28-4B2D-8A72-4C117EEB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9283E-BC04-40EB-BC01-15DC41C4D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A2964-9F16-48D8-B5A4-BB1AC380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002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C78B3A-71AC-4252-BFFE-0E0BA8AE24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3036A-81B0-4CC9-B60D-9FD8E3310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20D32-EEA1-498D-82E8-B19EE50D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BFD33-25FA-412C-A26D-74522CF7CD0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A9678-E5A3-4F69-BB3C-4CDFF2A7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ADDCF-42C8-4945-8A24-F780A0FC4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A2964-9F16-48D8-B5A4-BB1AC380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662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3BC507-9F0A-4754-99AD-B04D5E831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EF77C-F9B3-438B-A42F-6070B22CA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9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7C578-480C-4B23-98CA-5B1A669480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BFD33-25FA-412C-A26D-74522CF7CD01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F51A2-BCFD-4374-ACC3-EE137A67E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4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2AEFA-F2AF-430C-98AF-B35E4408E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A2964-9F16-48D8-B5A4-BB1AC3804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88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E32522-E22C-4E3F-B496-9D059D3F91A4}"/>
              </a:ext>
            </a:extLst>
          </p:cNvPr>
          <p:cNvSpPr txBox="1"/>
          <p:nvPr/>
        </p:nvSpPr>
        <p:spPr>
          <a:xfrm>
            <a:off x="508000" y="406400"/>
            <a:ext cx="5842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 panose="020B0604020202020204" pitchFamily="34" charset="0"/>
              </a:rPr>
              <a:t>Clear slides. Confident delivery.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243A8-EAFC-48A2-B790-A61011F5B491}"/>
              </a:ext>
            </a:extLst>
          </p:cNvPr>
          <p:cNvSpPr txBox="1"/>
          <p:nvPr/>
        </p:nvSpPr>
        <p:spPr>
          <a:xfrm>
            <a:off x="508000" y="2032000"/>
            <a:ext cx="5842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F0E4D9"/>
                </a:solidFill>
                <a:latin typeface="Arial" panose="020B0604020202020204" pitchFamily="34" charset="0"/>
              </a:rPr>
              <a:t>Prepare your story.</a:t>
            </a:r>
          </a:p>
          <a:p>
            <a:r>
              <a:rPr lang="en-US" sz="2400">
                <a:solidFill>
                  <a:srgbClr val="F0E4D9"/>
                </a:solidFill>
                <a:latin typeface="Arial" panose="020B0604020202020204" pitchFamily="34" charset="0"/>
              </a:rPr>
              <a:t>Focus on one idea.</a:t>
            </a:r>
          </a:p>
          <a:p>
            <a:r>
              <a:rPr lang="en-US" sz="2400">
                <a:solidFill>
                  <a:srgbClr val="F0E4D9"/>
                </a:solidFill>
                <a:latin typeface="Arial" panose="020B0604020202020204" pitchFamily="34" charset="0"/>
              </a:rPr>
              <a:t>Return to the full picture.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DF7D19-A7F9-4AFA-9DE9-E2D91FD0DCC2}"/>
              </a:ext>
            </a:extLst>
          </p:cNvPr>
          <p:cNvSpPr/>
          <p:nvPr/>
        </p:nvSpPr>
        <p:spPr>
          <a:xfrm>
            <a:off x="508000" y="7874000"/>
            <a:ext cx="5842000" cy="609600"/>
          </a:xfrm>
          <a:prstGeom prst="rect">
            <a:avLst/>
          </a:prstGeom>
          <a:solidFill>
            <a:srgbClr val="F584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201810"/>
                </a:solidFill>
              </a:rPr>
              <a:t>Buddy / portrait / original test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96142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Zakaria El Labban (Student)</dc:creator>
  <cp:lastModifiedBy>Zakaria El Labban (Student)</cp:lastModifiedBy>
  <cp:revision>1</cp:revision>
  <dcterms:created xsi:type="dcterms:W3CDTF">2026-10-17T11:57:39Z</dcterms:created>
  <dcterms:modified xsi:type="dcterms:W3CDTF">2026-10-17T11:57:39Z</dcterms:modified>
</cp:coreProperties>
</file>