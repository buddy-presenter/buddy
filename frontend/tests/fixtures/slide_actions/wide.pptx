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D0E49-ABC5-43FA-B2B7-FEAB2E2AC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AB0126-20D4-4529-BE98-7E89A28CC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D2C7B-59FA-41BA-956D-FD78F35F8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4ED3-FE95-489E-91FE-D07E19E5A47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5C03A-34D5-4272-9DEF-40B47C40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EAA2F-A7F0-4C48-A606-93D60D1AC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BEDF-03F1-4AA0-937F-B08DAF368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01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834F0-AA47-4B7F-983B-0DA01799A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94FFF-B9D5-416F-9DC9-6F1555926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160DC-DDD6-429A-87FF-A34E6BA34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4ED3-FE95-489E-91FE-D07E19E5A47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802D0-F88B-47BD-9AF8-FCEAA682D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AE107-A139-4902-A62D-2D3266D3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BEDF-03F1-4AA0-937F-B08DAF368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63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A4289-DFD7-46DE-A777-58540D24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2A711-12FE-4C31-90C4-AE282E75A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88DE0-E34F-44C0-A386-335FD87C8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4ED3-FE95-489E-91FE-D07E19E5A47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D923E-6037-4641-A240-9D4EB59D1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5CCA7-DAFC-44A6-AE19-D906BC294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BEDF-03F1-4AA0-937F-B08DAF368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0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765D0-ADD4-491B-BB3B-6CAD7409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8376B-7554-42EC-9911-0F405CEF3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668E6-8D0B-4E82-84B9-FC419DF39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A5D36-38DF-490A-8021-2C10CF155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4ED3-FE95-489E-91FE-D07E19E5A47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A4C84-C6D5-4709-8512-C6A24C85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72FC0-CFF6-47AB-8211-9548F52B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BEDF-03F1-4AA0-937F-B08DAF368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5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A28D3-831C-4F19-BC9D-9FE5F6D2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64DDB-5C9F-4858-9BD0-6486C5078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40C53-6D87-4835-9ABA-3837D8D8B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CD80D9-C0FD-47F7-AF12-A99FADF69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CCBA4-B8F3-4130-8795-AE341398B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3F7934-FB67-4623-93B0-24205868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4ED3-FE95-489E-91FE-D07E19E5A47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5C731C-6833-42B7-B0C2-A92152E07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5DD979-B419-4FAC-834B-30405B9C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BEDF-03F1-4AA0-937F-B08DAF368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19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A20B9-F24D-4608-8917-24667FEAE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460E35-4341-4173-A631-8D79B7C0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4ED3-FE95-489E-91FE-D07E19E5A47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8B1B0-F975-4582-BB65-9C3BADB27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6CA4D-A0BF-4728-BB3B-7CA18BAFE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BEDF-03F1-4AA0-937F-B08DAF368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003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5FA1FC-6B9D-4E22-8B4C-A8175466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4ED3-FE95-489E-91FE-D07E19E5A47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5381C-3136-406A-BD26-80E5984CB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64331-3A89-42D7-B17A-D1DF4CEE0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BEDF-03F1-4AA0-937F-B08DAF368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84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5BC1D-841E-4F0B-B0D8-86BBA30FB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7520-7DB0-4C97-93A9-292232B8B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287BF-9530-4F6F-97B0-1EF7AB0E3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35D56-3873-410E-A8FD-5FC5FE72E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4ED3-FE95-489E-91FE-D07E19E5A47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E34B7-9098-4B5D-80EF-E664B9598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8E7CD-3FA7-46A7-B23E-4E54AD53E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BEDF-03F1-4AA0-937F-B08DAF368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49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A086B-081F-436A-B3DC-B0811F0B5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823565-0B0B-47DF-B775-F0265FAEE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7A6A0-DD7A-470E-BCF4-388A3837E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F0344-16BF-4CC0-86F0-90D60A796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4ED3-FE95-489E-91FE-D07E19E5A47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E3727-0E68-4326-A031-CAD775124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38A90-396D-4016-A812-C5A2C8BF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BEDF-03F1-4AA0-937F-B08DAF368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33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6A8B3-9CBB-48CD-94E3-6F0ACBD4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09D59-EE37-4602-B505-F40B1C611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A4CC1-104F-412A-AF92-13961C66C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4ED3-FE95-489E-91FE-D07E19E5A47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7EE66-5840-4AC9-BE8B-2791CF31B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84376-ABE0-4C15-A916-D6B58F0C6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BEDF-03F1-4AA0-937F-B08DAF368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67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1F9B72-DC77-48D7-A483-8E67E9EFC5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65276-1C91-4344-8368-A94F98BF8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41D64-65E4-4158-AC3F-FF123776E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4ED3-FE95-489E-91FE-D07E19E5A47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7FFE3-C343-43F4-8DBE-DE878742A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F3265-FDE6-4223-B2DE-CCD18AEE6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BEDF-03F1-4AA0-937F-B08DAF368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83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A75264-1523-4506-AF28-96994E006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D2F48-D1BB-4D69-AB19-CE0A3EF81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7872B-6B66-41C2-A3CB-21482377A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64ED3-FE95-489E-91FE-D07E19E5A47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0227A-8577-4AC7-AF8C-C510E3BDC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D8A1F-C8BB-4E46-BA14-32465F7EA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2BEDF-03F1-4AA0-937F-B08DAF368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57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317EF4-609E-43DC-8746-98F2356FE3F4}"/>
              </a:ext>
            </a:extLst>
          </p:cNvPr>
          <p:cNvSpPr txBox="1"/>
          <p:nvPr/>
        </p:nvSpPr>
        <p:spPr>
          <a:xfrm>
            <a:off x="508000" y="4064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 panose="020B0604020202020204" pitchFamily="34" charset="0"/>
              </a:rPr>
              <a:t>Clear slides. Confident delivery.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C214B-307B-42EE-A5EB-7EE22ADA6328}"/>
              </a:ext>
            </a:extLst>
          </p:cNvPr>
          <p:cNvSpPr txBox="1"/>
          <p:nvPr/>
        </p:nvSpPr>
        <p:spPr>
          <a:xfrm>
            <a:off x="508000" y="2032000"/>
            <a:ext cx="11176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F0E4D9"/>
                </a:solidFill>
                <a:latin typeface="Arial" panose="020B0604020202020204" pitchFamily="34" charset="0"/>
              </a:rPr>
              <a:t>Prepare your story.</a:t>
            </a:r>
          </a:p>
          <a:p>
            <a:r>
              <a:rPr lang="en-US" sz="2400">
                <a:solidFill>
                  <a:srgbClr val="F0E4D9"/>
                </a:solidFill>
                <a:latin typeface="Arial" panose="020B0604020202020204" pitchFamily="34" charset="0"/>
              </a:rPr>
              <a:t>Focus on one idea.</a:t>
            </a:r>
          </a:p>
          <a:p>
            <a:r>
              <a:rPr lang="en-US" sz="2400">
                <a:solidFill>
                  <a:srgbClr val="F0E4D9"/>
                </a:solidFill>
                <a:latin typeface="Arial" panose="020B0604020202020204" pitchFamily="34" charset="0"/>
              </a:rPr>
              <a:t>Return to the full picture.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15992-ACF9-43E7-8B95-1A6DC31F0C64}"/>
              </a:ext>
            </a:extLst>
          </p:cNvPr>
          <p:cNvSpPr/>
          <p:nvPr/>
        </p:nvSpPr>
        <p:spPr>
          <a:xfrm>
            <a:off x="508000" y="5588000"/>
            <a:ext cx="11176000" cy="609600"/>
          </a:xfrm>
          <a:prstGeom prst="rect">
            <a:avLst/>
          </a:prstGeom>
          <a:solidFill>
            <a:srgbClr val="F584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01810"/>
                </a:solidFill>
              </a:rPr>
              <a:t>Buddy / wide / original test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209403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Zakaria El Labban (Student)</dc:creator>
  <cp:lastModifiedBy>Zakaria El Labban (Student)</cp:lastModifiedBy>
  <cp:revision>1</cp:revision>
  <dcterms:created xsi:type="dcterms:W3CDTF">2026-10-17T11:57:37Z</dcterms:created>
  <dcterms:modified xsi:type="dcterms:W3CDTF">2026-10-17T11:57:37Z</dcterms:modified>
</cp:coreProperties>
</file>