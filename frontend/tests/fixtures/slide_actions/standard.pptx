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C2262-B4F9-458B-91E7-10A1C3F7C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A22E2-F27E-4B79-8B85-14D31D1F7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D454B-744F-4503-A62F-CC3618948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0C33-F31F-4A93-973E-26B9F5CC4B4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CE577-FB8B-40A4-A4C2-5A6390F60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D8851-DA2C-4D96-ACFA-7294BCC5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76B-34E4-4404-A441-8FA0E7C7E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9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A3172-FF07-468C-9A43-79076CA0A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31C8-DE38-4A6B-B685-780531EDA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8D077-EDD4-4F8E-9A28-EA439AEA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0C33-F31F-4A93-973E-26B9F5CC4B4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9D149-F13E-4CF0-84B5-31085273A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64376-751E-417C-B7F3-30BA57024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76B-34E4-4404-A441-8FA0E7C7E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108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6A255-7E78-4479-869A-148DD459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DDC3D-8841-4102-8BC6-C34290043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284E5-5ED6-4F7F-B517-21CD49B3D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0C33-F31F-4A93-973E-26B9F5CC4B4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76FAC-7E88-4AD9-993C-F04B85A4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5CA1F-2546-4ACA-9084-C230C5692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76B-34E4-4404-A441-8FA0E7C7E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2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AB949-DF10-4C7C-BD09-F45EF0DD4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B2615-EEC6-45DD-A242-B7356ECEE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FCC68-BFEE-4875-B7BD-8D75AAB53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34EF5-DFF9-4039-989C-06411856C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0C33-F31F-4A93-973E-26B9F5CC4B4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5B661-68A2-4C67-B591-3AD86839A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B59E0-F9AB-4DC5-B111-7E065CE2E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76B-34E4-4404-A441-8FA0E7C7E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7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30E6-C9A7-4D4A-AA19-D64D6ADE5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980D9-8836-4904-98E7-B924C049C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B05BEF-83E0-460B-AC38-7F5E341CA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A66A07-47D3-4121-A515-8CE939D216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30AFF-BD8D-4BFE-84A7-03B0F635F7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4C24B6-46CB-4B8C-9CF0-6AA0083A6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0C33-F31F-4A93-973E-26B9F5CC4B4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A9801-CE1F-4E97-B759-969ABA3BC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956D98-AB71-4F16-93F9-ED5BED661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76B-34E4-4404-A441-8FA0E7C7E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95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512D0-11F8-4CD8-BD70-FBB476393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9E444F-A8AB-418C-8F59-09EDFE05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0C33-F31F-4A93-973E-26B9F5CC4B4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952CC-8C32-478D-88FC-A92C0730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71DBF-A0EB-4E71-A465-331B9BE02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76B-34E4-4404-A441-8FA0E7C7E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83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A25A18-E604-4ACA-952E-C1B7B1BF6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0C33-F31F-4A93-973E-26B9F5CC4B4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F8E15-F74B-42BF-99B5-454636E9F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5C726-0D54-41BB-BDE8-1BB1E36F6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76B-34E4-4404-A441-8FA0E7C7E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4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31FC8-59D7-43C6-BCCE-41E0BA04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1F820-49AB-4349-BA84-158DD8231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F8B8B-0314-4A3F-9750-E9138E76E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AE43E-1AAB-4872-A94C-F1E24B80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0C33-F31F-4A93-973E-26B9F5CC4B4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E7648-90D4-4BBB-A76B-C39EF062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C64A6-46CB-46C5-B56D-6F78D9E5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76B-34E4-4404-A441-8FA0E7C7E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73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E4DCF-B550-47E6-AF05-D4BC2DF44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FFDBF9-5AB1-4278-BE5D-D7C5ED5BD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C94A7-7DDB-41C4-90B2-BDE39F130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49826-7065-453F-8CDF-D2B5EF9CC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0C33-F31F-4A93-973E-26B9F5CC4B4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5CB88-C882-4928-9682-2993DEC93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452E7-F50E-4588-BF00-0A38C162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76B-34E4-4404-A441-8FA0E7C7E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65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99F01-BE4C-4DE3-A24F-C3D56D8EF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1C9FC-2B87-4293-9A3A-9839F4C72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A8B96-A6AF-47B9-88A4-BCA971ADE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0C33-F31F-4A93-973E-26B9F5CC4B4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005D9-F76D-44A8-B279-A69BF35D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43058-22A2-4E48-9BB6-F3F4BB1C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76B-34E4-4404-A441-8FA0E7C7E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5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768F20-359F-4137-8CDC-6B739DEFA2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F557A-78A6-4E69-AA90-2984C04A5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20597-ED7E-4047-BBD5-EBBFB6BE9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0C33-F31F-4A93-973E-26B9F5CC4B4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D8B1D-3DBF-43E4-A5C4-F13482CA6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01A62-373E-46BC-BD3B-1F91581A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C76B-34E4-4404-A441-8FA0E7C7E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99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79ECBE-6107-4B3A-92DF-E5D8ECE29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4F575-F2FC-4566-9E18-A54DA657B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88354-6B16-44A5-847E-85EF044F81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40C33-F31F-4A93-973E-26B9F5CC4B4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EFCBF-8CEC-4E0D-A215-1D0CF4780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CA3BB-B89F-4D7C-AA35-B3BB8D6C5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CC76B-34E4-4404-A441-8FA0E7C7E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44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6C00CB-8335-4276-B0FF-ADAA9F4FFBEF}"/>
              </a:ext>
            </a:extLst>
          </p:cNvPr>
          <p:cNvSpPr txBox="1"/>
          <p:nvPr/>
        </p:nvSpPr>
        <p:spPr>
          <a:xfrm>
            <a:off x="508000" y="406400"/>
            <a:ext cx="812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 panose="020B0604020202020204" pitchFamily="34" charset="0"/>
              </a:rPr>
              <a:t>Clear slides. Confident delivery.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1CF18-0B36-4732-95B9-85D3A9AE0A19}"/>
              </a:ext>
            </a:extLst>
          </p:cNvPr>
          <p:cNvSpPr txBox="1"/>
          <p:nvPr/>
        </p:nvSpPr>
        <p:spPr>
          <a:xfrm>
            <a:off x="508000" y="2032000"/>
            <a:ext cx="8128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F0E4D9"/>
                </a:solidFill>
                <a:latin typeface="Arial" panose="020B0604020202020204" pitchFamily="34" charset="0"/>
              </a:rPr>
              <a:t>Prepare your story.</a:t>
            </a:r>
          </a:p>
          <a:p>
            <a:r>
              <a:rPr lang="en-US" sz="2400">
                <a:solidFill>
                  <a:srgbClr val="F0E4D9"/>
                </a:solidFill>
                <a:latin typeface="Arial" panose="020B0604020202020204" pitchFamily="34" charset="0"/>
              </a:rPr>
              <a:t>Focus on one idea.</a:t>
            </a:r>
          </a:p>
          <a:p>
            <a:r>
              <a:rPr lang="en-US" sz="2400">
                <a:solidFill>
                  <a:srgbClr val="F0E4D9"/>
                </a:solidFill>
                <a:latin typeface="Arial" panose="020B0604020202020204" pitchFamily="34" charset="0"/>
              </a:rPr>
              <a:t>Return to the full picture.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46C80A-DCE4-4800-9FE3-5CB6E05D2F6B}"/>
              </a:ext>
            </a:extLst>
          </p:cNvPr>
          <p:cNvSpPr/>
          <p:nvPr/>
        </p:nvSpPr>
        <p:spPr>
          <a:xfrm>
            <a:off x="508000" y="5588000"/>
            <a:ext cx="8128000" cy="609600"/>
          </a:xfrm>
          <a:prstGeom prst="rect">
            <a:avLst/>
          </a:prstGeom>
          <a:solidFill>
            <a:srgbClr val="F584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01810"/>
                </a:solidFill>
              </a:rPr>
              <a:t>Buddy / standard / original test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1351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Zakaria El Labban (Student)</dc:creator>
  <cp:lastModifiedBy>Zakaria El Labban (Student)</cp:lastModifiedBy>
  <cp:revision>1</cp:revision>
  <dcterms:created xsi:type="dcterms:W3CDTF">2026-10-17T11:57:38Z</dcterms:created>
  <dcterms:modified xsi:type="dcterms:W3CDTF">2026-10-17T11:57:38Z</dcterms:modified>
</cp:coreProperties>
</file>