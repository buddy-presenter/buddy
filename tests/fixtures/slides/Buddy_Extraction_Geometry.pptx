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controlled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5400000">
            <a:off x="1000000" y="1000000"/>
            <a:ext cx="2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Rotated title</a:t>
            </a:r>
          </a:p>
        </p:txBody>
      </p:sp>
      <p:grpSp>
        <p:nvGrpSpPr>
          <p:cNvPr id="3" name="Group 2"/>
          <p:cNvGrpSpPr/>
          <p:nvPr/>
        </p:nvGrpSpPr>
        <p:grpSpPr>
          <a:xfrm rot="5400000" flipH="1">
            <a:off x="1000000" y="2000000"/>
            <a:ext cx="800000" cy="600000"/>
            <a:chOff x="100000" y="200000"/>
            <a:chExt cx="400000" cy="200000"/>
          </a:xfrm>
        </p:grpSpPr>
        <p:sp>
          <p:nvSpPr>
            <p:cNvPr id="4" name="Rectangle 3"/>
            <p:cNvSpPr/>
            <p:nvPr/>
          </p:nvSpPr>
          <p:spPr>
            <a:xfrm>
              <a:off x="100000" y="200000"/>
              <a:ext cx="400000" cy="20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Grouped body</a:t>
              </a: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0000" y="4000000"/>
          <a:ext cx="200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1000000"/>
              </a:tblGrid>
              <a:tr h="500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00000" y="6000000"/>
          <a:ext cx="3000000" cy="2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0" y="1000000"/>
            <a:ext cx="2000000" cy="1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8000000" cy="10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Paragraph 0: dense extraction content.</a:t>
            </a:r>
          </a:p>
          <a:p>
            <a:r>
              <a:t>Paragraph 1: dense extraction content.</a:t>
            </a:r>
          </a:p>
          <a:p>
            <a:r>
              <a:t>Paragraph 2: dense extraction content.</a:t>
            </a:r>
          </a:p>
          <a:p>
            <a:r>
              <a:t>Paragraph 3: dense extraction content.</a:t>
            </a:r>
          </a:p>
          <a:p>
            <a:r>
              <a:t>Paragraph 4: dense extraction content.</a:t>
            </a:r>
          </a:p>
          <a:p>
            <a:r>
              <a:t>Paragraph 5: dense extraction content.</a:t>
            </a:r>
          </a:p>
          <a:p>
            <a:r>
              <a:t>Paragraph 6: dense extraction content.</a:t>
            </a:r>
          </a:p>
          <a:p>
            <a:r>
              <a:t>Paragraph 7: dense extraction content.</a:t>
            </a:r>
          </a:p>
          <a:p>
            <a:r>
              <a:t>Paragraph 8: dense extraction content.</a:t>
            </a:r>
          </a:p>
          <a:p>
            <a:r>
              <a:t>Paragraph 9: dense extraction content.</a:t>
            </a:r>
          </a:p>
          <a:p>
            <a:r>
              <a:t>Paragraph 10: dense extraction content.</a:t>
            </a:r>
          </a:p>
          <a:p>
            <a:r>
              <a:t>Paragraph 11: dense extraction content.</a:t>
            </a:r>
          </a:p>
          <a:p>
            <a:r>
              <a:t>Paragraph 12: dense extraction content.</a:t>
            </a:r>
          </a:p>
          <a:p>
            <a:r>
              <a:t>Paragraph 13: dense extraction content.</a:t>
            </a:r>
          </a:p>
          <a:p>
            <a:r>
              <a:t>Paragraph 14: dense extraction content.</a:t>
            </a:r>
          </a:p>
          <a:p>
            <a:r>
              <a:t>Paragraph 15: dense extraction content.</a:t>
            </a:r>
          </a:p>
          <a:p>
            <a:r>
              <a:t>Paragraph 16: dense extraction content.</a:t>
            </a:r>
          </a:p>
          <a:p>
            <a:r>
              <a:t>Paragraph 17: dense extraction content.</a:t>
            </a:r>
          </a:p>
          <a:p>
            <a:r>
              <a:t>Paragraph 18: dense extraction content.</a:t>
            </a:r>
          </a:p>
          <a:p>
            <a:r>
              <a:t>Paragraph 19: dense extraction content.</a:t>
            </a:r>
          </a:p>
          <a:p>
            <a:r>
              <a:t>Paragraph 20: dense extraction content.</a:t>
            </a:r>
          </a:p>
          <a:p>
            <a:r>
              <a:t>Paragraph 21: dense extraction content.</a:t>
            </a:r>
          </a:p>
          <a:p>
            <a:r>
              <a:t>Paragraph 22: dense extraction content.</a:t>
            </a:r>
          </a:p>
          <a:p>
            <a:r>
              <a:t>Paragraph 23: dense extraction content.</a:t>
            </a:r>
          </a:p>
          <a:p>
            <a:r>
              <a:t>Paragraph 24: dense extraction content.</a:t>
            </a:r>
          </a:p>
          <a:p>
            <a:r>
              <a:t>Paragraph 25: dense extraction content.</a:t>
            </a:r>
          </a:p>
          <a:p>
            <a:r>
              <a:t>Paragraph 26: dense extraction content.</a:t>
            </a:r>
          </a:p>
          <a:p>
            <a:r>
              <a:t>Paragraph 27: dense extraction content.</a:t>
            </a:r>
          </a:p>
          <a:p>
            <a:r>
              <a:t>Paragraph 28: dense extraction content.</a:t>
            </a:r>
          </a:p>
          <a:p>
            <a:r>
              <a:t>Paragraph 29: dense extraction content.</a:t>
            </a:r>
          </a:p>
          <a:p>
            <a:r>
              <a:t>Paragraph 30: dense extraction content.</a:t>
            </a:r>
          </a:p>
          <a:p>
            <a:r>
              <a:t>Paragraph 31: dense extraction content.</a:t>
            </a:r>
          </a:p>
          <a:p>
            <a:r>
              <a:t>Paragraph 32: dense extraction content.</a:t>
            </a:r>
          </a:p>
          <a:p>
            <a:r>
              <a:t>Paragraph 33: dense extraction content.</a:t>
            </a:r>
          </a:p>
          <a:p>
            <a:r>
              <a:t>Paragraph 34: dense extraction content.</a:t>
            </a:r>
          </a:p>
          <a:p>
            <a:r>
              <a:t>Paragraph 35: dense extraction content.</a:t>
            </a:r>
          </a:p>
          <a:p>
            <a:r>
              <a:t>Paragraph 36: dense extraction content.</a:t>
            </a:r>
          </a:p>
          <a:p>
            <a:r>
              <a:t>Paragraph 37: dense extraction content.</a:t>
            </a:r>
          </a:p>
          <a:p>
            <a:r>
              <a:t>Paragraph 38: dense extraction content.</a:t>
            </a:r>
          </a:p>
          <a:p>
            <a:r>
              <a:t>Paragraph 39: dense extraction content.</a:t>
            </a:r>
          </a:p>
          <a:p>
            <a:r>
              <a:t>Paragraph 40: dense extraction content.</a:t>
            </a:r>
          </a:p>
          <a:p>
            <a:r>
              <a:t>Paragraph 41: dense extraction content.</a:t>
            </a:r>
          </a:p>
          <a:p>
            <a:r>
              <a:t>Paragraph 42: dense extraction content.</a:t>
            </a:r>
          </a:p>
          <a:p>
            <a:r>
              <a:t>Paragraph 43: dense extraction content.</a:t>
            </a:r>
          </a:p>
          <a:p>
            <a:r>
              <a:t>Paragraph 44: dense extraction content.</a:t>
            </a:r>
          </a:p>
          <a:p>
            <a:r>
              <a:t>Paragraph 45: dense extraction content.</a:t>
            </a:r>
          </a:p>
          <a:p>
            <a:r>
              <a:t>Paragraph 46: dense extraction content.</a:t>
            </a:r>
          </a:p>
          <a:p>
            <a:r>
              <a:t>Paragraph 47: dense extraction content.</a:t>
            </a:r>
          </a:p>
          <a:p>
            <a:r>
              <a:t>Paragraph 48: dense extraction content.</a:t>
            </a:r>
          </a:p>
          <a:p>
            <a:r>
              <a:t>Paragraph 49: dense extraction content.</a:t>
            </a:r>
          </a:p>
          <a:p>
            <a:r>
              <a:t>Paragraph 50: dense extraction content.</a:t>
            </a:r>
          </a:p>
          <a:p>
            <a:r>
              <a:t>Paragraph 51: dense extraction content.</a:t>
            </a:r>
          </a:p>
          <a:p>
            <a:r>
              <a:t>Paragraph 52: dense extraction content.</a:t>
            </a:r>
          </a:p>
          <a:p>
            <a:r>
              <a:t>Paragraph 53: dense extraction content.</a:t>
            </a:r>
          </a:p>
          <a:p>
            <a:r>
              <a:t>Paragraph 54: dense extraction content.</a:t>
            </a:r>
          </a:p>
          <a:p>
            <a:r>
              <a:t>Paragraph 55: dense extraction content.</a:t>
            </a:r>
          </a:p>
          <a:p>
            <a:r>
              <a:t>Paragraph 56: dense extraction content.</a:t>
            </a:r>
          </a:p>
          <a:p>
            <a:r>
              <a:t>Paragraph 57: dense extraction content.</a:t>
            </a:r>
          </a:p>
          <a:p>
            <a:r>
              <a:t>Paragraph 58: dense extraction content.</a:t>
            </a:r>
          </a:p>
          <a:p>
            <a:r>
              <a:t>Paragraph 59: dense extraction content.</a:t>
            </a:r>
          </a:p>
          <a:p>
            <a:r>
              <a:t>Paragraph 60: dense extraction content.</a:t>
            </a:r>
          </a:p>
          <a:p>
            <a:r>
              <a:t>Paragraph 61: dense extraction content.</a:t>
            </a:r>
          </a:p>
          <a:p>
            <a:r>
              <a:t>Paragraph 62: dense extraction content.</a:t>
            </a:r>
          </a:p>
          <a:p>
            <a:r>
              <a:t>Paragraph 63: dense extraction content.</a:t>
            </a:r>
          </a:p>
          <a:p>
            <a:r>
              <a:t>Paragraph 64: dense extraction content.</a:t>
            </a:r>
          </a:p>
          <a:p>
            <a:r>
              <a:t>Paragraph 65: dense extraction content.</a:t>
            </a:r>
          </a:p>
          <a:p>
            <a:r>
              <a:t>Paragraph 66: dense extraction content.</a:t>
            </a:r>
          </a:p>
          <a:p>
            <a:r>
              <a:t>Paragraph 67: dense extraction content.</a:t>
            </a:r>
          </a:p>
          <a:p>
            <a:r>
              <a:t>Paragraph 68: dense extraction content.</a:t>
            </a:r>
          </a:p>
          <a:p>
            <a:r>
              <a:t>Paragraph 69: dense extraction content.</a:t>
            </a:r>
          </a:p>
          <a:p>
            <a:r>
              <a:t>Paragraph 70: dense extraction content.</a:t>
            </a:r>
          </a:p>
          <a:p>
            <a:r>
              <a:t>Paragraph 71: dense extraction content.</a:t>
            </a:r>
          </a:p>
          <a:p>
            <a:r>
              <a:t>Paragraph 72: dense extraction content.</a:t>
            </a:r>
          </a:p>
          <a:p>
            <a:r>
              <a:t>Paragraph 73: dense extraction content.</a:t>
            </a:r>
          </a:p>
          <a:p>
            <a:r>
              <a:t>Paragraph 74: dense extraction content.</a:t>
            </a:r>
          </a:p>
          <a:p>
            <a:r>
              <a:t>Paragraph 75: dense extraction content.</a:t>
            </a:r>
          </a:p>
          <a:p>
            <a:r>
              <a:t>Paragraph 76: dense extraction content.</a:t>
            </a:r>
          </a:p>
          <a:p>
            <a:r>
              <a:t>Paragraph 77: dense extraction content.</a:t>
            </a:r>
          </a:p>
          <a:p>
            <a:r>
              <a:t>Paragraph 78: dense extraction content.</a:t>
            </a:r>
          </a:p>
          <a:p>
            <a:r>
              <a:t>Paragraph 79: dense extraction content.</a:t>
            </a:r>
          </a:p>
          <a:p>
            <a:r>
              <a:t>Paragraph 80: dense extraction content.</a:t>
            </a:r>
          </a:p>
          <a:p>
            <a:r>
              <a:t>Paragraph 81: dense extraction content.</a:t>
            </a:r>
          </a:p>
          <a:p>
            <a:r>
              <a:t>Paragraph 82: dense extraction content.</a:t>
            </a:r>
          </a:p>
          <a:p>
            <a:r>
              <a:t>Paragraph 83: dense extraction content.</a:t>
            </a:r>
          </a:p>
          <a:p>
            <a:r>
              <a:t>Paragraph 84: dense extraction content.</a:t>
            </a:r>
          </a:p>
          <a:p>
            <a:r>
              <a:t>Paragraph 85: dense extraction content.</a:t>
            </a:r>
          </a:p>
          <a:p>
            <a:r>
              <a:t>Paragraph 86: dense extraction content.</a:t>
            </a:r>
          </a:p>
          <a:p>
            <a:r>
              <a:t>Paragraph 87: dense extraction content.</a:t>
            </a:r>
          </a:p>
          <a:p>
            <a:r>
              <a:t>Paragraph 88: dense extraction content.</a:t>
            </a:r>
          </a:p>
          <a:p>
            <a:r>
              <a:t>Paragraph 89: dense extraction content.</a:t>
            </a:r>
          </a:p>
          <a:p>
            <a:r>
              <a:t>Paragraph 90: dense extraction content.</a:t>
            </a:r>
          </a:p>
          <a:p>
            <a:r>
              <a:t>Paragraph 91: dense extraction content.</a:t>
            </a:r>
          </a:p>
          <a:p>
            <a:r>
              <a:t>Paragraph 92: dense extraction content.</a:t>
            </a:r>
          </a:p>
          <a:p>
            <a:r>
              <a:t>Paragraph 93: dense extraction content.</a:t>
            </a:r>
          </a:p>
          <a:p>
            <a:r>
              <a:t>Paragraph 94: dense extraction content.</a:t>
            </a:r>
          </a:p>
          <a:p>
            <a:r>
              <a:t>Paragraph 95: dense extraction content.</a:t>
            </a:r>
          </a:p>
          <a:p>
            <a:r>
              <a:t>Paragraph 96: dense extraction content.</a:t>
            </a:r>
          </a:p>
          <a:p>
            <a:r>
              <a:t>Paragraph 97: dense extraction content.</a:t>
            </a:r>
          </a:p>
          <a:p>
            <a:r>
              <a:t>Paragraph 98: dense extraction content.</a:t>
            </a:r>
          </a:p>
          <a:p>
            <a:r>
              <a:t>Paragraph 99: dense extraction content.</a:t>
            </a:r>
          </a:p>
          <a:p>
            <a:r>
              <a:t>Paragraph 100: dense extraction content.</a:t>
            </a:r>
          </a:p>
          <a:p>
            <a:r>
              <a:t>Paragraph 101: dense extraction content.</a:t>
            </a:r>
          </a:p>
          <a:p>
            <a:r>
              <a:t>Paragraph 102: dense extraction content.</a:t>
            </a:r>
          </a:p>
          <a:p>
            <a:r>
              <a:t>Paragraph 103: dense extraction content.</a:t>
            </a:r>
          </a:p>
          <a:p>
            <a:r>
              <a:t>Paragraph 104: dense extraction content.</a:t>
            </a:r>
          </a:p>
          <a:p>
            <a:r>
              <a:t>Paragraph 105: dense extraction content.</a:t>
            </a:r>
          </a:p>
          <a:p>
            <a:r>
              <a:t>Paragraph 106: dense extraction content.</a:t>
            </a:r>
          </a:p>
          <a:p>
            <a:r>
              <a:t>Paragraph 107: dense extraction content.</a:t>
            </a:r>
          </a:p>
          <a:p>
            <a:r>
              <a:t>Paragraph 108: dense extraction content.</a:t>
            </a:r>
          </a:p>
          <a:p>
            <a:r>
              <a:t>Paragraph 109: dense extraction content.</a:t>
            </a:r>
          </a:p>
          <a:p>
            <a:r>
              <a:t>Paragraph 110: dense extraction content.</a:t>
            </a:r>
          </a:p>
          <a:p>
            <a:r>
              <a:t>Paragraph 111: dense extraction content.</a:t>
            </a:r>
          </a:p>
          <a:p>
            <a:r>
              <a:t>Paragraph 112: dense extraction content.</a:t>
            </a:r>
          </a:p>
          <a:p>
            <a:r>
              <a:t>Paragraph 113: dense extraction content.</a:t>
            </a:r>
          </a:p>
          <a:p>
            <a:r>
              <a:t>Paragraph 114: dense extraction content.</a:t>
            </a:r>
          </a:p>
          <a:p>
            <a:r>
              <a:t>Paragraph 115: dense extraction content.</a:t>
            </a:r>
          </a:p>
          <a:p>
            <a:r>
              <a:t>Paragraph 116: dense extraction content.</a:t>
            </a:r>
          </a:p>
          <a:p>
            <a:r>
              <a:t>Paragraph 117: dense extraction content.</a:t>
            </a:r>
          </a:p>
          <a:p>
            <a:r>
              <a:t>Paragraph 118: dense extraction content.</a:t>
            </a:r>
          </a:p>
          <a:p>
            <a:r>
              <a:t>Paragraph 119: dense extraction content.</a:t>
            </a:r>
          </a:p>
          <a:p>
            <a:r>
              <a:t>Paragraph 120: dense extraction content.</a:t>
            </a:r>
          </a:p>
          <a:p>
            <a:r>
              <a:t>Paragraph 121: dense extraction content.</a:t>
            </a:r>
          </a:p>
          <a:p>
            <a:r>
              <a:t>Paragraph 122: dense extraction content.</a:t>
            </a:r>
          </a:p>
          <a:p>
            <a:r>
              <a:t>Paragraph 123: dense extraction content.</a:t>
            </a:r>
          </a:p>
          <a:p>
            <a:r>
              <a:t>Paragraph 124: dense extraction content.</a:t>
            </a:r>
          </a:p>
          <a:p>
            <a:r>
              <a:t>Paragraph 125: dense extraction content.</a:t>
            </a:r>
          </a:p>
          <a:p>
            <a:r>
              <a:t>Paragraph 126: dense extraction content.</a:t>
            </a:r>
          </a:p>
          <a:p>
            <a:r>
              <a:t>Paragraph 127: dense extraction content.</a:t>
            </a:r>
          </a:p>
          <a:p>
            <a:r>
              <a:t>Paragraph 128: dense extraction content.</a:t>
            </a:r>
          </a:p>
          <a:p>
            <a:r>
              <a:t>Paragraph 129: dense extraction content.</a:t>
            </a:r>
          </a:p>
          <a:p>
            <a:r>
              <a:t>Paragraph 130: dense extraction content.</a:t>
            </a:r>
          </a:p>
          <a:p>
            <a:r>
              <a:t>Paragraph 131: dense extraction content.</a:t>
            </a:r>
          </a:p>
          <a:p>
            <a:r>
              <a:t>Paragraph 132: dense extraction content.</a:t>
            </a:r>
          </a:p>
          <a:p>
            <a:r>
              <a:t>Paragraph 133: dense extraction content.</a:t>
            </a:r>
          </a:p>
          <a:p>
            <a:r>
              <a:t>Paragraph 134: dense extraction content.</a:t>
            </a:r>
          </a:p>
          <a:p>
            <a:r>
              <a:t>Paragraph 135: dense extraction content.</a:t>
            </a:r>
          </a:p>
          <a:p>
            <a:r>
              <a:t>Paragraph 136: dense extraction content.</a:t>
            </a:r>
          </a:p>
          <a:p>
            <a:r>
              <a:t>Paragraph 137: dense extraction content.</a:t>
            </a:r>
          </a:p>
          <a:p>
            <a:r>
              <a:t>Paragraph 138: dense extraction content.</a:t>
            </a:r>
          </a:p>
          <a:p>
            <a:r>
              <a:t>Paragraph 139: dense extraction content.</a:t>
            </a:r>
          </a:p>
          <a:p>
            <a:r>
              <a:t>Paragraph 140: dense extraction content.</a:t>
            </a:r>
          </a:p>
          <a:p>
            <a:r>
              <a:t>Paragraph 141: dense extraction content.</a:t>
            </a:r>
          </a:p>
          <a:p>
            <a:r>
              <a:t>Paragraph 142: dense extraction content.</a:t>
            </a:r>
          </a:p>
          <a:p>
            <a:r>
              <a:t>Paragraph 143: dense extraction content.</a:t>
            </a:r>
          </a:p>
          <a:p>
            <a:r>
              <a:t>Paragraph 144: dense extraction content.</a:t>
            </a:r>
          </a:p>
          <a:p>
            <a:r>
              <a:t>Paragraph 145: dense extraction content.</a:t>
            </a:r>
          </a:p>
          <a:p>
            <a:r>
              <a:t>Paragraph 146: dense extraction content.</a:t>
            </a:r>
          </a:p>
          <a:p>
            <a:r>
              <a:t>Paragraph 147: dense extraction content.</a:t>
            </a:r>
          </a:p>
          <a:p>
            <a:r>
              <a:t>Paragraph 148: dense extraction content.</a:t>
            </a:r>
          </a:p>
          <a:p>
            <a:r>
              <a:t>Paragraph 149: dense extraction content.</a:t>
            </a:r>
          </a:p>
          <a:p>
            <a:r>
              <a:t>Paragraph 150: dense extraction content.</a:t>
            </a:r>
          </a:p>
          <a:p>
            <a:r>
              <a:t>Paragraph 151: dense extraction content.</a:t>
            </a:r>
          </a:p>
          <a:p>
            <a:r>
              <a:t>Paragraph 152: dense extraction content.</a:t>
            </a:r>
          </a:p>
          <a:p>
            <a:r>
              <a:t>Paragraph 153: dense extraction content.</a:t>
            </a:r>
          </a:p>
          <a:p>
            <a:r>
              <a:t>Paragraph 154: dense extraction content.</a:t>
            </a:r>
          </a:p>
          <a:p>
            <a:r>
              <a:t>Paragraph 155: dense extraction content.</a:t>
            </a:r>
          </a:p>
          <a:p>
            <a:r>
              <a:t>Paragraph 156: dense extraction content.</a:t>
            </a:r>
          </a:p>
          <a:p>
            <a:r>
              <a:t>Paragraph 157: dense extraction content.</a:t>
            </a:r>
          </a:p>
          <a:p>
            <a:r>
              <a:t>Paragraph 158: dense extraction content.</a:t>
            </a:r>
          </a:p>
          <a:p>
            <a:r>
              <a:t>Paragraph 159: dense extraction content.</a:t>
            </a:r>
          </a:p>
          <a:p>
            <a:r>
              <a:t>Paragraph 160: dense extraction content.</a:t>
            </a:r>
          </a:p>
          <a:p>
            <a:r>
              <a:t>Paragraph 161: dense extraction content.</a:t>
            </a:r>
          </a:p>
          <a:p>
            <a:r>
              <a:t>Paragraph 162: dense extraction content.</a:t>
            </a:r>
          </a:p>
          <a:p>
            <a:r>
              <a:t>Paragraph 163: dense extraction content.</a:t>
            </a:r>
          </a:p>
          <a:p>
            <a:r>
              <a:t>Paragraph 164: dense extraction content.</a:t>
            </a:r>
          </a:p>
          <a:p>
            <a:r>
              <a:t>Paragraph 165: dense extraction content.</a:t>
            </a:r>
          </a:p>
          <a:p>
            <a:r>
              <a:t>Paragraph 166: dense extraction content.</a:t>
            </a:r>
          </a:p>
          <a:p>
            <a:r>
              <a:t>Paragraph 167: dense extraction content.</a:t>
            </a:r>
          </a:p>
          <a:p>
            <a:r>
              <a:t>Paragraph 168: dense extraction content.</a:t>
            </a:r>
          </a:p>
          <a:p>
            <a:r>
              <a:t>Paragraph 169: dense extraction content.</a:t>
            </a:r>
          </a:p>
          <a:p>
            <a:r>
              <a:t>Paragraph 170: dense extraction content.</a:t>
            </a:r>
          </a:p>
          <a:p>
            <a:r>
              <a:t>Paragraph 171: dense extraction content.</a:t>
            </a:r>
          </a:p>
          <a:p>
            <a:r>
              <a:t>Paragraph 172: dense extraction content.</a:t>
            </a:r>
          </a:p>
          <a:p>
            <a:r>
              <a:t>Paragraph 173: dense extraction content.</a:t>
            </a:r>
          </a:p>
          <a:p>
            <a:r>
              <a:t>Paragraph 174: dense extraction content.</a:t>
            </a:r>
          </a:p>
          <a:p>
            <a:r>
              <a:t>Paragraph 175: dense extraction content.</a:t>
            </a:r>
          </a:p>
          <a:p>
            <a:r>
              <a:t>Paragraph 176: dense extraction content.</a:t>
            </a:r>
          </a:p>
          <a:p>
            <a:r>
              <a:t>Paragraph 177: dense extraction content.</a:t>
            </a:r>
          </a:p>
          <a:p>
            <a:r>
              <a:t>Paragraph 178: dense extraction content.</a:t>
            </a:r>
          </a:p>
          <a:p>
            <a:r>
              <a:t>Paragraph 179: dense extraction content.</a:t>
            </a:r>
          </a:p>
          <a:p>
            <a:r>
              <a:t>Paragraph 180: dense extraction content.</a:t>
            </a:r>
          </a:p>
          <a:p>
            <a:r>
              <a:t>Paragraph 181: dense extraction content.</a:t>
            </a:r>
          </a:p>
          <a:p>
            <a:r>
              <a:t>Paragraph 182: dense extraction content.</a:t>
            </a:r>
          </a:p>
          <a:p>
            <a:r>
              <a:t>Paragraph 183: dense extraction content.</a:t>
            </a:r>
          </a:p>
          <a:p>
            <a:r>
              <a:t>Paragraph 184: dense extraction content.</a:t>
            </a:r>
          </a:p>
          <a:p>
            <a:r>
              <a:t>Paragraph 185: dense extraction content.</a:t>
            </a:r>
          </a:p>
          <a:p>
            <a:r>
              <a:t>Paragraph 186: dense extraction content.</a:t>
            </a:r>
          </a:p>
          <a:p>
            <a:r>
              <a:t>Paragraph 187: dense extraction content.</a:t>
            </a:r>
          </a:p>
          <a:p>
            <a:r>
              <a:t>Paragraph 188: dense extraction content.</a:t>
            </a:r>
          </a:p>
          <a:p>
            <a:r>
              <a:t>Paragraph 189: dense extraction content.</a:t>
            </a:r>
          </a:p>
          <a:p>
            <a:r>
              <a:t>Paragraph 190: dense extraction content.</a:t>
            </a:r>
          </a:p>
          <a:p>
            <a:r>
              <a:t>Paragraph 191: dense extraction content.</a:t>
            </a:r>
          </a:p>
          <a:p>
            <a:r>
              <a:t>Paragraph 192: dense extraction content.</a:t>
            </a:r>
          </a:p>
          <a:p>
            <a:r>
              <a:t>Paragraph 193: dense extraction content.</a:t>
            </a:r>
          </a:p>
          <a:p>
            <a:r>
              <a:t>Paragraph 194: dense extraction content.</a:t>
            </a:r>
          </a:p>
          <a:p>
            <a:r>
              <a:t>Paragraph 195: dense extraction content.</a:t>
            </a:r>
          </a:p>
          <a:p>
            <a:r>
              <a:t>Paragraph 196: dense extraction content.</a:t>
            </a:r>
          </a:p>
          <a:p>
            <a:r>
              <a:t>Paragraph 197: dense extraction content.</a:t>
            </a:r>
          </a:p>
          <a:p>
            <a:r>
              <a:t>Paragraph 198: dense extraction content.</a:t>
            </a:r>
          </a:p>
          <a:p>
            <a:r>
              <a:t>Paragraph 199: dense extraction content.</a:t>
            </a:r>
          </a:p>
          <a:p>
            <a:r>
              <a:t>Paragraph 200: dense extraction content.</a:t>
            </a:r>
          </a:p>
          <a:p>
            <a:r>
              <a:t>Paragraph 201: dense extraction content.</a:t>
            </a:r>
          </a:p>
          <a:p>
            <a:r>
              <a:t>Paragraph 202: dense extraction content.</a:t>
            </a:r>
          </a:p>
          <a:p>
            <a:r>
              <a:t>Paragraph 203: dense extraction content.</a:t>
            </a:r>
          </a:p>
          <a:p>
            <a:r>
              <a:t>Paragraph 204: dense extraction content.</a:t>
            </a:r>
          </a:p>
          <a:p>
            <a:r>
              <a:t>Paragraph 205: dense extraction content.</a:t>
            </a:r>
          </a:p>
          <a:p>
            <a:r>
              <a:t>Paragraph 206: dense extraction content.</a:t>
            </a:r>
          </a:p>
          <a:p>
            <a:r>
              <a:t>Paragraph 207: dense extraction content.</a:t>
            </a:r>
          </a:p>
          <a:p>
            <a:r>
              <a:t>Paragraph 208: dense extraction content.</a:t>
            </a:r>
          </a:p>
          <a:p>
            <a:r>
              <a:t>Paragraph 209: dense extraction content.</a:t>
            </a:r>
          </a:p>
          <a:p>
            <a:r>
              <a:t>Paragraph 210: dense extraction content.</a:t>
            </a:r>
          </a:p>
          <a:p>
            <a:r>
              <a:t>Paragraph 211: dense extraction content.</a:t>
            </a:r>
          </a:p>
          <a:p>
            <a:r>
              <a:t>Paragraph 212: dense extraction content.</a:t>
            </a:r>
          </a:p>
          <a:p>
            <a:r>
              <a:t>Paragraph 213: dense extraction content.</a:t>
            </a:r>
          </a:p>
          <a:p>
            <a:r>
              <a:t>Paragraph 214: dense extraction content.</a:t>
            </a:r>
          </a:p>
          <a:p>
            <a:r>
              <a:t>Paragraph 215: dense extraction content.</a:t>
            </a:r>
          </a:p>
          <a:p>
            <a:r>
              <a:t>Paragraph 216: dense extraction content.</a:t>
            </a:r>
          </a:p>
          <a:p>
            <a:r>
              <a:t>Paragraph 217: dense extraction content.</a:t>
            </a:r>
          </a:p>
          <a:p>
            <a:r>
              <a:t>Paragraph 218: dense extraction content.</a:t>
            </a:r>
          </a:p>
          <a:p>
            <a:r>
              <a:t>Paragraph 219: dense extraction content.</a:t>
            </a:r>
          </a:p>
          <a:p>
            <a:r>
              <a:t>Paragraph 220: dense extraction content.</a:t>
            </a:r>
          </a:p>
          <a:p>
            <a:r>
              <a:t>Paragraph 221: dense extraction content.</a:t>
            </a:r>
          </a:p>
          <a:p>
            <a:r>
              <a:t>Paragraph 222: dense extraction content.</a:t>
            </a:r>
          </a:p>
          <a:p>
            <a:r>
              <a:t>Paragraph 223: dense extraction content.</a:t>
            </a:r>
          </a:p>
          <a:p>
            <a:r>
              <a:t>Paragraph 224: dense extraction content.</a:t>
            </a:r>
          </a:p>
          <a:p>
            <a:r>
              <a:t>Paragraph 225: dense extraction content.</a:t>
            </a:r>
          </a:p>
          <a:p>
            <a:r>
              <a:t>Paragraph 226: dense extraction content.</a:t>
            </a:r>
          </a:p>
          <a:p>
            <a:r>
              <a:t>Paragraph 227: dense extraction content.</a:t>
            </a:r>
          </a:p>
          <a:p>
            <a:r>
              <a:t>Paragraph 228: dense extraction content.</a:t>
            </a:r>
          </a:p>
          <a:p>
            <a:r>
              <a:t>Paragraph 229: dense extraction content.</a:t>
            </a:r>
          </a:p>
          <a:p>
            <a:r>
              <a:t>Paragraph 230: dense extraction content.</a:t>
            </a:r>
          </a:p>
          <a:p>
            <a:r>
              <a:t>Paragraph 231: dense extraction content.</a:t>
            </a:r>
          </a:p>
          <a:p>
            <a:r>
              <a:t>Paragraph 232: dense extraction content.</a:t>
            </a:r>
          </a:p>
          <a:p>
            <a:r>
              <a:t>Paragraph 233: dense extraction content.</a:t>
            </a:r>
          </a:p>
          <a:p>
            <a:r>
              <a:t>Paragraph 234: dense extraction content.</a:t>
            </a:r>
          </a:p>
          <a:p>
            <a:r>
              <a:t>Paragraph 235: dense extraction content.</a:t>
            </a:r>
          </a:p>
          <a:p>
            <a:r>
              <a:t>Paragraph 236: dense extraction content.</a:t>
            </a:r>
          </a:p>
          <a:p>
            <a:r>
              <a:t>Paragraph 237: dense extraction content.</a:t>
            </a:r>
          </a:p>
          <a:p>
            <a:r>
              <a:t>Paragraph 238: dense extraction content.</a:t>
            </a:r>
          </a:p>
          <a:p>
            <a:r>
              <a:t>Paragraph 239: dense extraction content.</a:t>
            </a:r>
          </a:p>
          <a:p>
            <a:r>
              <a:t>Paragraph 240: dense extraction content.</a:t>
            </a:r>
          </a:p>
          <a:p>
            <a:r>
              <a:t>Paragraph 241: dense extraction content.</a:t>
            </a:r>
          </a:p>
          <a:p>
            <a:r>
              <a:t>Paragraph 242: dense extraction content.</a:t>
            </a:r>
          </a:p>
          <a:p>
            <a:r>
              <a:t>Paragraph 243: dense extraction content.</a:t>
            </a:r>
          </a:p>
          <a:p>
            <a:r>
              <a:t>Paragraph 244: dense extraction content.</a:t>
            </a:r>
          </a:p>
          <a:p>
            <a:r>
              <a:t>Paragraph 245: dense extraction content.</a:t>
            </a:r>
          </a:p>
          <a:p>
            <a:r>
              <a:t>Paragraph 246: dense extraction content.</a:t>
            </a:r>
          </a:p>
          <a:p>
            <a:r>
              <a:t>Paragraph 247: dense extraction content.</a:t>
            </a:r>
          </a:p>
          <a:p>
            <a:r>
              <a:t>Paragraph 248: dense extraction content.</a:t>
            </a:r>
          </a:p>
          <a:p>
            <a:r>
              <a:t>Paragraph 249: dense extraction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